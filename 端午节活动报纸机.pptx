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39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97280"/>
            <a:ext cx="7315200" cy="1828800"/>
          </a:xfrm>
          <a:prstGeom prst="rect">
            <a:avLst/>
          </a:prstGeom>
          <a:solidFill>
            <a:srgbClr val="FFFFFF"/>
          </a:solidFill>
          <a:ln w="38100">
            <a:solidFill>
              <a:srgbClr val="073B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端午安康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上海练秋湖 · 粽情端午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服务与软件研发管理部上研分部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0" y="3840480"/>
            <a:ext cx="1828800" cy="2286000"/>
          </a:xfrm>
          <a:prstGeom prst="ellipse">
            <a:avLst/>
          </a:prstGeom>
          <a:solidFill>
            <a:srgbClr val="E63946"/>
          </a:solidFill>
          <a:ln w="50800">
            <a:solidFill>
              <a:srgbClr val="FFD166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200400" y="43891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在此合影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头 版 头条 🔥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震 惊 ！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solidFill>
            <a:srgbClr val="F8F9FA"/>
          </a:solidFill>
          <a:ln w="25400">
            <a:solidFill>
              <a:srgbClr val="073B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世界首富亮相上海练秋湖！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竟是来参加华为端午粽香宴？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神秘嘉宾身份引发热议，现场图流出...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200400" y="3657600"/>
            <a:ext cx="1371600" cy="18288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3946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00400" y="41148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0" y="3840480"/>
            <a:ext cx="1828800" cy="4572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限时拍照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3B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9B5DE5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娱 乐 版 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大明星空降上海练秋湖！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端午限定福利来啦！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神秘大明星闪现练秋湖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为华为员工送端午祝福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现场派发限量粽子礼盒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更有惊喜互动环节...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转发此消息，粽礼等你拿！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2011680" cy="2560320"/>
          </a:xfrm>
          <a:prstGeom prst="ellipse">
            <a:avLst/>
          </a:prstGeom>
          <a:solidFill>
            <a:srgbClr val="073B4C"/>
          </a:solidFill>
          <a:ln w="50800">
            <a:solidFill>
              <a:srgbClr val="9B5DE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1792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B5D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在此留念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457B9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技 术 版 💻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码农端午生存指南 v2.0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🏃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逃离代码forest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146304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FFD166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🍙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697480" y="2560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狂炫粽子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FF9F1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🎮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846320" y="2560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摸鱼一整天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95160" y="1463040"/>
            <a:ext cx="1920240" cy="2194560"/>
          </a:xfrm>
          <a:prstGeom prst="roundRect">
            <a:avLst>
              <a:gd name="adj" fmla="val 7143"/>
            </a:avLst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6995160" y="16459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📸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995160" y="25603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拍照打卡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3840480"/>
            <a:ext cx="2743200" cy="1188720"/>
          </a:xfrm>
          <a:prstGeom prst="roundRect">
            <a:avLst>
              <a:gd name="adj" fmla="val 15385"/>
            </a:avLst>
          </a:prstGeom>
          <a:solidFill>
            <a:srgbClr val="1D3557"/>
          </a:solidFill>
          <a:ln w="50800">
            <a:solidFill>
              <a:srgbClr val="06D6A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200400" y="41148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 合影区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E9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206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20640"/>
          </a:xfrm>
          <a:prstGeom prst="rect">
            <a:avLst/>
          </a:prstGeom>
          <a:solidFill>
            <a:srgbClr val="E8A87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8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生 活 版 🌿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38D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端午限定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85C7B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遇见更好的自己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64008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38D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0312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"端午的每一颗粽子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都是对生活的热爱"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愿你我都能在这个端午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i="1" dirty="0">
                <a:solidFill>
                  <a:srgbClr val="073B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收获满满的能量 🌟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657600" y="3749040"/>
            <a:ext cx="1828800" cy="1828800"/>
          </a:xfrm>
          <a:prstGeom prst="ellipse">
            <a:avLst/>
          </a:prstGeom>
          <a:solidFill>
            <a:srgbClr val="F8E9DD"/>
          </a:solidFill>
          <a:ln w="50800">
            <a:solidFill>
              <a:srgbClr val="E8A87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0" y="420624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留下美好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82880"/>
            <a:ext cx="8778240" cy="4754880"/>
          </a:xfrm>
          <a:prstGeom prst="rect">
            <a:avLst/>
          </a:prstGeom>
          <a:solidFill>
            <a:srgbClr val="FFF8E7"/>
          </a:solidFill>
          <a:ln w="38100">
            <a:solidFill>
              <a:srgbClr val="073B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320040"/>
            <a:ext cx="8503920" cy="4480560"/>
          </a:xfrm>
          <a:prstGeom prst="rect">
            <a:avLst/>
          </a:prstGeom>
          <a:solidFill>
            <a:srgbClr val="FFF8E7"/>
          </a:solidFill>
          <a:ln w="12700">
            <a:solidFill>
              <a:srgbClr val="073B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solidFill>
            <a:srgbClr val="073B4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8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练 秋 湖 日 报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第1期 · 端午特刊 · 2024年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7680960" cy="0"/>
          </a:xfrm>
          <a:prstGeom prst="line">
            <a:avLst/>
          </a:prstGeom>
          <a:noFill/>
          <a:ln w="25400">
            <a:solidFill>
              <a:srgbClr val="073B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45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端午节的由来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端午节源于纪念爱国诗人屈原。相传公元前278年，屈原于农历五月初五投汨罗江殉国，后人便以此日纪念他，包粽子、赛龙舟的习俗流传至今。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📢 今日要闻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华为上研分部端午活动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将于练秋湖盛大举行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现场粽子、互动游戏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精美礼品等你来拿！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3657600"/>
            <a:ext cx="2743200" cy="914400"/>
          </a:xfrm>
          <a:prstGeom prst="rect">
            <a:avLst/>
          </a:prstGeom>
          <a:solidFill>
            <a:srgbClr val="FFF8E7"/>
          </a:solidFill>
          <a:ln w="38100">
            <a:solidFill>
              <a:srgbClr val="073B4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3200400" y="3931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3B4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📸 合影留念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端午节活动报纸机</dc:title>
  <dc:subject>PptxGenJS Presentation</dc:subject>
  <dc:creator>华为上研分部</dc:creator>
  <cp:lastModifiedBy>华为上研分部</cp:lastModifiedBy>
  <cp:revision>1</cp:revision>
  <dcterms:created xsi:type="dcterms:W3CDTF">2026-06-12T08:07:30Z</dcterms:created>
  <dcterms:modified xsi:type="dcterms:W3CDTF">2026-06-12T08:07:30Z</dcterms:modified>
</cp:coreProperties>
</file>